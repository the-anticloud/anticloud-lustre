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Whitelabelling And Repackaging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LUSTRE | Category: SUPERCOMPUTER</a:t>
            </a:r>
          </a:p>
          <a:p>
            <a:r>
              <a:rPr sz="1400"/>
              <a:t>Upstream: https://github.com/nicedoc/lustre (GPL/MIT)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whitelabelling and repackaging for the Anticloud integration of LUSTRE.</a:t>
            </a:r>
          </a:p>
          <a:p>
            <a:r>
              <a:rPr sz="1400"/>
              <a:t>Lustre parallel filesystem for HPC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LUSTRE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